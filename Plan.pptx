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5BBC-636C-D480-C96C-DCFC80429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2ECCE-7957-72CF-E931-10FD3F898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8085E-895E-494A-4684-45A182EC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144A8-D113-3000-257A-DD775F34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7AC80-94BF-63AB-F5C5-02DCD271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06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9069-3680-13EF-268F-07440FB0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FED75-B5C3-98FD-4388-53647CF15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51A98-65AE-AFD2-FE65-AB23F075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280B8-66A9-164E-5AA7-886864D5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F3EE-845B-2222-6B6B-2A2FBF35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29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04F8-9391-4B1B-FEB3-1F659CF4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A551E-E37F-FCAF-87D0-3F5A67E34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227B3-D57D-8087-9DC6-EB3C57C9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0C0BB-41AE-26ED-E4BB-A1D28EE1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07612-05B7-0970-77D8-E6B6D020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52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6F8D-2148-3011-5E59-1DF61F544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2CF8A-3C9C-85B0-AAB4-9182D9234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C1B5-322C-6476-A660-5B763D188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224CE-9CFA-F91B-E75D-D591CD67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5D520-F931-8EB6-AD0E-FF852890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BF9E6-D5F0-6E1E-7B39-46CB4E57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3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FCC7-F8AF-4C07-E0D8-2098AD14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BBA2-D81F-23D1-436B-524736975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CB395-B8E0-166E-9AC4-CCD9C2DB6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1EA6B-7304-33AD-1358-10997A174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9C45C-3EC7-4329-5821-17C8ADED7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CF69D-5063-1E80-CDC5-A47CC38B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E4DD9-DF8E-3325-A879-530831B2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D64F3-966E-5677-BBC3-71190B76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52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45B3-A8D6-CCA5-4CE2-C9E74913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CF734-5FBA-CA4B-4EDE-3C534922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F6BD3-C2B0-C313-2128-F4414AAC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70F28-C033-2745-7F95-AA23D009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01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0F19D-9E3E-6923-FB25-BF8EBC94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AF6BE-BB49-E2E5-F5E3-C4E2E03B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FABDF-7699-A1EE-C10E-720A74ED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32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D817-3F92-A256-9EA9-814C9E0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03B84-9C32-F27B-CD41-92DE1D5D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8A9FD-06A2-A7F9-5AC9-BDC68F5B0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FFA01-D3D9-766E-C8B0-2A3336E0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4E789-2F96-A158-A89E-2251F0F6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B3270-CEDC-F92B-7B91-47CE0A70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95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EA21-786D-471E-5A50-FF4CAE9F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840D7-BBA0-AAA6-EB73-96D31244C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ECC94-4CB7-00B6-23AB-7DD6F5125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B1496-E052-7BC1-907B-8B623D8B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4EEF6-1B4E-56C7-C001-C9279F76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2762B-7B1B-B224-1FC8-7B5E116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03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8427-EFCB-6E6B-0AE1-E8046B1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7159F-3B25-DC7D-7FDF-F21FF0837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CAE52-7E94-BC82-8489-B61C5F7A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2BE8-9A3C-6306-E7C5-BAA4608E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AFF3C-59D4-9CD5-6A2B-A12D1E7B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17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6D627-A4CF-02ED-4456-D4E318F27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C5DF9-184E-6916-305F-E0B7D4BF2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480D8-B99A-91AF-72F2-2B0F1327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8F9AD-6C5F-069A-A1F8-AE1004AB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02FB-A0E2-1B4F-09CF-0EA095DD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2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4F19D-B002-A099-5E36-3E677B9D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2D030-4F10-E8E2-4523-1FCFDE818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52750-227A-4A17-8A4C-17987AB61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F41BD-C927-479D-AA78-0EF02372E60B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D8B19-0D94-14FB-27D5-2622FD12C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30A8E-869F-193B-0D97-D493A760E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2696B-2C1F-4CB3-9A12-8A664D698E3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03071-CF7A-3542-34F1-A1F18ECFC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79262" y="6642100"/>
            <a:ext cx="658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SLB-Private</a:t>
            </a:r>
          </a:p>
        </p:txBody>
      </p:sp>
    </p:spTree>
    <p:extLst>
      <p:ext uri="{BB962C8B-B14F-4D97-AF65-F5344CB8AC3E}">
        <p14:creationId xmlns:p14="http://schemas.microsoft.com/office/powerpoint/2010/main" val="204224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D0830F-A20C-FF12-F567-69E2D4DB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1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b759f6-5337-4dc5-b19b-e74b6da11f8f}" enabled="1" method="Standard" siteId="{41ff26dc-250f-4b13-8981-739be8610c2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Schlumberger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Garcia-Teijeiro</dc:creator>
  <cp:lastModifiedBy>Xavier Garcia-Teijeiro</cp:lastModifiedBy>
  <cp:revision>1</cp:revision>
  <dcterms:created xsi:type="dcterms:W3CDTF">2026-07-16T08:48:07Z</dcterms:created>
  <dcterms:modified xsi:type="dcterms:W3CDTF">2026-07-16T08:48:55Z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SLB-Private</vt:lpwstr>
  </property>
</Properties>
</file>