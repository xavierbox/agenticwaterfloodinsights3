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4" autoAdjust="0"/>
    <p:restoredTop sz="94660"/>
  </p:normalViewPr>
  <p:slideViewPr>
    <p:cSldViewPr snapToGrid="0">
      <p:cViewPr varScale="1">
        <p:scale>
          <a:sx n="95" d="100"/>
          <a:sy n="95" d="100"/>
        </p:scale>
        <p:origin x="18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5A90D-F54E-A98C-C36B-FFF55B74C3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3EDE4A-70FC-39C4-C3FD-559EE33331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59A0B-A0F0-D975-35E5-32F6318A1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119FD-64BD-4090-BA7E-6282E70A1AF8}" type="datetimeFigureOut">
              <a:rPr lang="en-GB" smtClean="0"/>
              <a:t>28/05/2026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19492-00E9-E274-CD49-9BA85E434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72703-F47B-D465-C899-23A297BA0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FA48E-A08A-4252-8120-AAF2CECDB4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3913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99C66-3FCA-A9DE-AC9A-A14C1E277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F7E95-E50E-C381-BA23-E16019DA2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CF588A-778D-ACD2-769A-C07CDF943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119FD-64BD-4090-BA7E-6282E70A1AF8}" type="datetimeFigureOut">
              <a:rPr lang="en-GB" smtClean="0"/>
              <a:t>28/05/2026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C7E936-7C70-9D04-7311-390A025F3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47B82-C4F0-2B8A-FB3E-A8C2AA4FC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FA48E-A08A-4252-8120-AAF2CECDB4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5929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D4E19-51BD-3CA3-8AD8-F92D73ADF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04CF40-352F-D1A9-69E1-34A69681C1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E4FBF-77C6-0CED-7AD0-EB93764CA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119FD-64BD-4090-BA7E-6282E70A1AF8}" type="datetimeFigureOut">
              <a:rPr lang="en-GB" smtClean="0"/>
              <a:t>28/05/2026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35557D-3847-8EE7-FEE5-D0EA88865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0E593E-2D3C-1BD1-30BD-858E1D9D5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FA48E-A08A-4252-8120-AAF2CECDB4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9833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D2DE8-647B-D8AF-BDD6-94CBB026A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86F26-7255-BF9A-0047-EF0F27EACD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B39F44-B106-DE4E-14CA-714FC6D18A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E13729-D68C-8611-24A6-EC29AE7E9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119FD-64BD-4090-BA7E-6282E70A1AF8}" type="datetimeFigureOut">
              <a:rPr lang="en-GB" smtClean="0"/>
              <a:t>28/05/2026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FC473F-E624-74D7-0EF2-9082F51D9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FFB2FA-69E5-B455-85DB-5484C5942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FA48E-A08A-4252-8120-AAF2CECDB4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6958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3F6F0-F17F-C12D-E36F-0A4E243B4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2CFCB6-0727-65A3-C013-7CE6C3DAB5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873039-4298-44D5-7ACC-9DE82BC512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12C2EA-5BF8-129D-96F7-0E77D5AF7D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2F84E7-88A9-0817-E3FE-D4704EF4C2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032CF3-E907-10FD-D6DA-9AD509FB0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119FD-64BD-4090-BA7E-6282E70A1AF8}" type="datetimeFigureOut">
              <a:rPr lang="en-GB" smtClean="0"/>
              <a:t>28/05/2026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9B1ADE-0DA8-1FF2-CED8-7AA803360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14A414-F0D4-DA60-6924-BBFF4BC05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FA48E-A08A-4252-8120-AAF2CECDB4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96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E1E8D-D09F-AF44-3368-7EA764021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464FCF-DE58-E31B-83C0-F5A733C3E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119FD-64BD-4090-BA7E-6282E70A1AF8}" type="datetimeFigureOut">
              <a:rPr lang="en-GB" smtClean="0"/>
              <a:t>28/05/2026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FE7DD9-CA5E-37BC-0656-C2A31EA1F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1AEEE2-A7AE-8C77-CE30-183EA09B1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FA48E-A08A-4252-8120-AAF2CECDB4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7978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6240FD-F3D5-DE49-6421-CC0316BBF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119FD-64BD-4090-BA7E-6282E70A1AF8}" type="datetimeFigureOut">
              <a:rPr lang="en-GB" smtClean="0"/>
              <a:t>28/05/2026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C9A1B8-D24C-0CD8-B9A6-E6E024E01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18E22-57CD-D088-BCAE-591202400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FA48E-A08A-4252-8120-AAF2CECDB4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1958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C25DB-048F-3465-B0D1-8FC0C33B7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819B5-1939-8D55-E442-A0A55F2BD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E53EE2-9ABB-D07C-EC11-F861B436F7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254838-01E4-6C5B-CE64-2073E9F47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119FD-64BD-4090-BA7E-6282E70A1AF8}" type="datetimeFigureOut">
              <a:rPr lang="en-GB" smtClean="0"/>
              <a:t>28/05/2026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E4A22C-D1D8-CD45-3DFC-0EB9557E7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78A981-9A74-0291-1963-2B7F2EA0B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FA48E-A08A-4252-8120-AAF2CECDB4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162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865F4-4ABF-774A-CBE1-118EEEB2D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E4ED5B-C446-1707-C8C0-28F4FEE6D5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8561EF-C703-3FEC-FD75-F2B1731DD8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891023-2577-73EC-43A5-16169ED6B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119FD-64BD-4090-BA7E-6282E70A1AF8}" type="datetimeFigureOut">
              <a:rPr lang="en-GB" smtClean="0"/>
              <a:t>28/05/2026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B6D8D-8CDB-869B-63AB-295EB7F8E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E95DC7-8A7E-89B1-B0F9-C3E818864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FA48E-A08A-4252-8120-AAF2CECDB4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9751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FBDEB-A1D0-2558-DCA8-03E9E196F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092551-2A61-3BA8-2245-22D046A295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79BD8-68CE-1D10-EA7F-A4E73EFB2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119FD-64BD-4090-BA7E-6282E70A1AF8}" type="datetimeFigureOut">
              <a:rPr lang="en-GB" smtClean="0"/>
              <a:t>28/05/2026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90D4B-538B-F70A-503A-0642BFD3B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E3EE0-9D3C-5DEA-66FC-8126DD4E5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FA48E-A08A-4252-8120-AAF2CECDB4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0257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425985-8E75-90E2-CDE8-3BA2DFCE27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609432-2DB9-3322-6570-1313DC89A4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68525-3019-8977-4AF0-DA21131E6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119FD-64BD-4090-BA7E-6282E70A1AF8}" type="datetimeFigureOut">
              <a:rPr lang="en-GB" smtClean="0"/>
              <a:t>28/05/2026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A8B02-EAF1-DDD8-FECF-46AA48902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9A0FC-CE58-A9EE-F616-149521C28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FA48E-A08A-4252-8120-AAF2CECDB4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8559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721A85-338A-CFCB-4696-072992B63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B4A276-872B-ADE8-DE40-9BD57E58E3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1EACF-5FEF-DB1E-E634-A97C912EAF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1119FD-64BD-4090-BA7E-6282E70A1AF8}" type="datetimeFigureOut">
              <a:rPr lang="en-GB" smtClean="0"/>
              <a:t>28/05/2026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577A1-F131-AB56-B74C-7E4B2FADD8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7EC9C1-36DC-DDA6-B661-573B2D27FC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9FA48E-A08A-4252-8120-AAF2CECDB4EB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22ABD2-EAA0-C096-CD52-99437755A30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79262" y="6642100"/>
            <a:ext cx="6588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SLB-Private</a:t>
            </a:r>
          </a:p>
        </p:txBody>
      </p:sp>
    </p:spTree>
    <p:extLst>
      <p:ext uri="{BB962C8B-B14F-4D97-AF65-F5344CB8AC3E}">
        <p14:creationId xmlns:p14="http://schemas.microsoft.com/office/powerpoint/2010/main" val="2162433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06F1E02-BF01-897E-7F91-0688EA1AF09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BF8FF"/>
              </a:clrFrom>
              <a:clrTo>
                <a:srgbClr val="FBF8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95794" y="0"/>
            <a:ext cx="4400412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B17A401-24CE-450C-47B2-B1E97ECCE82F}"/>
              </a:ext>
            </a:extLst>
          </p:cNvPr>
          <p:cNvSpPr/>
          <p:nvPr/>
        </p:nvSpPr>
        <p:spPr>
          <a:xfrm>
            <a:off x="4350937" y="1333094"/>
            <a:ext cx="3743697" cy="89479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1F265B-660A-C875-EB4F-15279BDE1872}"/>
              </a:ext>
            </a:extLst>
          </p:cNvPr>
          <p:cNvSpPr/>
          <p:nvPr/>
        </p:nvSpPr>
        <p:spPr>
          <a:xfrm>
            <a:off x="4722725" y="6209881"/>
            <a:ext cx="2795675" cy="140677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066380-E0BF-35B5-E145-854E449517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0936" y="1881418"/>
            <a:ext cx="3743697" cy="3983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A0A1436-F061-F639-1966-4625D0563A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5615" y="557891"/>
            <a:ext cx="1236943" cy="98955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B814E25-D123-D095-D44F-A12B4D7431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2633" y="6467492"/>
            <a:ext cx="362001" cy="28579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221CDB8-6927-93EF-678E-62B83238DA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413" y="389304"/>
            <a:ext cx="3620005" cy="367716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0C7EE21-D959-C074-415A-CEDDA1660F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27" y="3870704"/>
            <a:ext cx="3620005" cy="4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746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bb759f6-5337-4dc5-b19b-e74b6da11f8f}" enabled="1" method="Standard" siteId="{41ff26dc-250f-4b13-8981-739be8610c21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Schlumberger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Xavier Garcia-Teijeiro</dc:creator>
  <cp:lastModifiedBy>Xavier Garcia-Teijeiro</cp:lastModifiedBy>
  <cp:revision>2</cp:revision>
  <dcterms:created xsi:type="dcterms:W3CDTF">2026-05-28T18:50:03Z</dcterms:created>
  <dcterms:modified xsi:type="dcterms:W3CDTF">2026-05-28T19:32:32Z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SLB-Private</vt:lpwstr>
  </property>
</Properties>
</file>